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범위는 fpint 기준 구조에서 feat/gemv까지의 RTL 변화이다. 발표 흐름은 병목, 아키텍처 해결책, 최종 하드웨어 순서이며 IMPROVE를 먼저 설명하고 NAIVE와 공유 구현은 뒤에서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IMPROVE 노드의 명령 진행, 피연산자 이동, compute/ACC, 출력 drain 경계를 보여준다. 주요 RTL 경로는 hw/rtl/core/gemm/VX_gemm_node.sv의 기존 IMPROVE 구조이다.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 read/write count를 microtile 전체에 걸쳐 중앙 관리하면서 Input에서 ACC memory까지의 가변 latency가 공유 counter와 pipeline_empty 제약으로 전파됐다. 분석한 improve_th32 실행에서는 약 25 compute cycle 뒤 약 14 cycle의 명령·동기화·preload 공백이 관찰됐다.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기존에는 중앙 ACC RD/WR counter와 pipeline_empty가 여러 microtile 진행을 해석했다. 변경 후 accept된 packet이 ACC 주소, R/W, work_seq, 정확한 generation과 last를 데이터와 같은 pipeline register로 운반한다. 관련 RTL은 VX_gemm_unit_v2.sv, VX_gemm_compute_core.sv, VX_gemm_acc_internal.sv이다.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backpressure-ready 구조 전에는 GEMM unit 입구에서 Weight, Scale, Zero-point ready를 먼저 확인해야 해 unit-to-tree latency가 그대로 노출됐다. 구현은 elastic PRE/POST와 고정 latency MXU 영역으로 나누고 실제 consumer에서 정확한 W/S/Z bank와 generation을 확인한다. 5-cycle tree와 1-cycle feedback을 위해 depth-6 merged-result FIFO와 등록된 credit 반환을 사용한다. 근거는 gemm-unit-backpressure-opt spec과 VX_gemm_compute_core.sv이다.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중앙 count 기반 dependency 대신 transaction과 microtile local 상태를 사용한다. ACC read를 미리 scheduling하고 짧은 RAW dependency는 forwarding하며 credit, ownership, backpressure를 해당 흐름에만 적용한다.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물리 ACC bank를 두 실행 group으로 나누고 한 group을 compute하는 동안 다른 group을 drain한다. 출력 read는 전역 pipeline_empty가 아니라 같은 group 충돌에서만 차단한다.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독립 WAIT와 NOTIFY opcode를 제거하고 writer-wait, 완료 notify, generation, work_seq metadata를 DMA와 compute 명령에 포함한다. 각 실행 block이 자신의 dependency를 확인하고 완료를 보고한다.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tag가 있는 다중 명령 HBM DMA queue와 look-ahead chaining으로 N이 retire되기 전에 N+1을 시작한다. Scale과 ZP Local DMA를 분리하고 최종 실제 destination write에서 순서와 retire를 보장한다.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VX_microtile_readiness_scheduler가 가장 먼저 실행 가능해질 microtile을 기준으로 부족한 I/W/S/Z traffic을 우선 처리한다. look-ahead는 제한하며 feedback은 register하고 local ready와 정확한 generation/fence를 최종 조건으로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응답은 순서가 바뀔 수 있지만 destination write, notify, retire는 명령 순서를 유지한다. prefetch는 정확한 generation과 writer fence로 제한하며 stall 중 valid, payload, priority를 안정적으로 유지한다. 완료는 마지막 실제 write이다.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IMPROVE 흐름은 metadata admission, overlap된 operand 이동, elastic compute/ACC, 동시 output drain이다. 정확한 generation, 제한된 look-ahead, local ACC ownership과 순서 보장 final write가 정확성 fence가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 노드는 row-major 주소식과 LMEM 중심 operand/ACC 이동, 외부 output DMA를 사용한다. IMPROVE와 다른 memory 특성을 가진 독립 아키텍처로 소개한다. 주요 RTL은 VX_gemm_node_naive.sv이다.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NAIVE compute 경로는 ready/valid가 아니라 고정 timing에 control과 completion을 맞췄다. backpressure와 가변 ACC latency에 강하게 만들되 row-major 주소식, LMEM mapping, output DMA는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accept된 Input packet을 안정적인 data+control record로 만들고 정확한 W/S/Z generation과 tag가 있는 LMEM ACC 요청을 사용한다. 명령 완료는 마지막 물리 LMEM write 이후에만 발생한다. 관련 RTL은 VX_gemm_node_naive.sv와 VX_gemm_acc_lmem.sv이다.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아키텍처는 같은 elastic compute contract를 사용하지만 memory system이 다르다. IMPROVE는 TMEM scheduling과 내부 double-buffered ACC를, NAIVE는 row-major LMEM과 기존 외부 출력 경로를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집중 RTL test는 RAW forwarding, 가변 ACC latency, scheduler, DMA ordering, node integration을 포함한다. IMPROVE XRT-VCS integration 7개 case가 통과했으며 최종 성능·utilization 수치는 benchmark configuration 확정 후 입력한다.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VX_gemm_compute_core가 공유 elastic 연산과 packet-control contract를 제공한다. IMPROVE는 VX_gemm_acc_internal을, NAIVE는 VX_gemm_acc_lmem adapter를 연결해 각 memory 의미를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_SV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B102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Vortex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GEMV RTL 아키텍처 변화 과정</dc:title>
  <dc:subject>fpint 기준 구조에서 feat/gemv까지의 GEMV RTL 아키텍처 변화</dc:subject>
  <dc:creator>Vortex RTL Team</dc:creator>
  <cp:lastModifiedBy>Vortex RTL Team</cp:lastModifiedBy>
  <cp:revision>1</cp:revision>
  <dcterms:created xsi:type="dcterms:W3CDTF">2026-08-29T03:09:26Z</dcterms:created>
  <dcterms:modified xsi:type="dcterms:W3CDTF">2026-08-29T03:09:26Z</dcterms:modified>
</cp:coreProperties>
</file>