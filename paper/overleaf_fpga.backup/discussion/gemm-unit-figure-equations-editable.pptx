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PreAlign</m:t>
                      </m:r>
                      <m:r>
                        <m:t>​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A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i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endChr m:val="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Q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m:t>O</m:t>
                                </m:r>
                                <m:r>
                                  <m:rPr>
                                    <m:sty m:val="p"/>
                                  </m:rPr>
                                  <m:t>L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Q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m:t>R</m:t>
                                </m:r>
                                <m:r>
                                  <m:rPr>
                                    <m:sty m:val="p"/>
                                  </m:rPr>
                                  <m:t>O</m:t>
                                </m:r>
                                <m:r>
                                  <m:rPr>
                                    <m:sty m:val="p"/>
                                  </m:rPr>
                                  <m:t>W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u</m:t>
                          </m:r>
                          <m:r>
                            <m:rPr>
                              <m:sty m:val="p"/>
                            </m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Int2FP</m:t>
                      </m:r>
                      <m:r>
                        <m:t>​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;</m:t>
                          </m:r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max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u</m:t>
                          </m:r>
                          <m:r>
                            <m:rPr>
                              <m:sty m:val="p"/>
                            </m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endChr m:val="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Q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m:t>O</m:t>
                                </m:r>
                                <m:r>
                                  <m:rPr>
                                    <m:sty m:val="p"/>
                                  </m:rPr>
                                  <m:t>L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Q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m:t>R</m:t>
                                </m:r>
                                <m:r>
                                  <m:rPr>
                                    <m:sty m:val="p"/>
                                  </m:rPr>
                                  <m:t>O</m:t>
                                </m:r>
                                <m:r>
                                  <m:rPr>
                                    <m:sty m:val="p"/>
                                  </m:rPr>
                                  <m:t>W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endChr m:val="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Z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bHide m:val="off"/>
                                    <m:supHide m:val="on"/>
                                  </m:naryPr>
                                  <m:sub>
                                    <m:r>
                                      <m:t>k</m:t>
                                    </m:r>
                                  </m:sub>
                                  <m:sup>
                                    <m:r>
                                      <m:t>​</m:t>
                                    </m:r>
                                  </m:sup>
                                  <m:e>
                                    <m:sSub>
                                      <m:e>
                                        <m:acc>
                                          <m:accPr>
                                            <m:chr m:val="̂"/>
                                          </m:accPr>
                                          <m:e>
                                            <m:r>
                                              <m:t>A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Q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m:t>O</m:t>
                                </m:r>
                                <m:r>
                                  <m:rPr>
                                    <m:sty m:val="p"/>
                                  </m:rPr>
                                  <m:t>L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bHide m:val="off"/>
                                    <m:supHide m:val="on"/>
                                  </m:naryPr>
                                  <m:sub>
                                    <m:r>
                                      <m:t>k</m:t>
                                    </m:r>
                                  </m:sub>
                                  <m:sup>
                                    <m:r>
                                      <m:t>​</m:t>
                                    </m:r>
                                  </m:sup>
                                  <m:e>
                                    <m:d>
                                      <m:dPr>
                                        <m:begChr m:val="("/>
                                        <m:endChr m:val=")"/>
                                        <m:sepChr m:val=""/>
                                        <m:grow/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m:t>Z</m:t>
                                            </m:r>
                                          </m:e>
                                          <m:sub>
                                            <m:r>
                                              <m:t>k</m:t>
                                            </m:r>
                                          </m:sub>
                                        </m:sSub>
                                        <m:sSub>
                                          <m:e>
                                            <m:acc>
                                              <m:accPr>
                                                <m:chr m:val="̂"/>
                                              </m:accPr>
                                              <m:e>
                                                <m:r>
                                                  <m:t>A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m:t>k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Q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m:t>R</m:t>
                                </m:r>
                                <m:r>
                                  <m:rPr>
                                    <m:sty m:val="p"/>
                                  </m:rPr>
                                  <m:t>O</m:t>
                                </m:r>
                                <m:r>
                                  <m:rPr>
                                    <m:sty m:val="p"/>
                                  </m:rPr>
                                  <m:t>W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l</m:t>
                          </m:r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  <m:r>
                            <m:rPr>
                              <m:sty m:val="p"/>
                            </m:rPr>
                            <m:t>d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i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  <m:r>
                            <m:rPr>
                              <m:sty m:val="p"/>
                            </m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endChr m:val="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p>
                                  <m:e>
                                    <m:r>
                                      <m:t>B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t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L</m:t>
                                </m:r>
                                <m:r>
                                  <m:rPr>
                                    <m:sty m:val="p"/>
                                  </m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m:t>e</m:t>
                                </m:r>
                                <m:r>
                                  <m:rPr>
                                    <m:sty m:val="p"/>
                                  </m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r</m:t>
                                </m:r>
                                <m:r>
                                  <m:rPr>
                                    <m:sty m:val="p"/>
                                  </m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V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</m:mr>
                            <m:mr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endChr m:val=")"/>
                                        <m:sepChr m:val=""/>
                                        <m:grow/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m:t>K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m:t>i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m:t>n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m:t>t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m:t>T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t>Q</m:t>
                                </m:r>
                                <m:sSup>
                                  <m:e>
                                    <m:r>
                                      <m:t>K</m:t>
                                    </m:r>
                                  </m:e>
                                  <m:sup>
                                    <m: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A</m:t>
                                  </m:r>
                                </m:e>
                              </m:acc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e>
                      </m:nary>
                      <m:sSubSup>
                        <m:e>
                          <m: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l</m:t>
                          </m:r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  <m:r>
                            <m:rPr>
                              <m:sty m:val="p"/>
                            </m:rPr>
                            <m:t>d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k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i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  <m:r>
                            <m:rPr>
                              <m:sty m:val="p"/>
                            </m:rPr>
                            <m:t>t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2026-07-21T05:31:51Z</dcterms:created>
  <dcterms:modified xsi:type="dcterms:W3CDTF">2026-07-21T05:31:51Z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