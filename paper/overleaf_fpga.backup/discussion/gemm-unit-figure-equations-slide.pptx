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qua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08348"/>
            <a:ext cx="5486400" cy="1120862"/>
          </a:xfrm>
          <a:prstGeom prst="rect">
            <a:avLst/>
          </a:prstGeom>
        </p:spPr>
      </p:pic>
      <p:pic>
        <p:nvPicPr>
          <p:cNvPr id="3" name="Picture 2" descr="equati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503946"/>
            <a:ext cx="5486400" cy="2329666"/>
          </a:xfrm>
          <a:prstGeom prst="rect">
            <a:avLst/>
          </a:prstGeom>
        </p:spPr>
      </p:pic>
      <p:pic>
        <p:nvPicPr>
          <p:cNvPr id="4" name="Picture 3" descr="equatio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615" y="3703320"/>
            <a:ext cx="4406128" cy="2514600"/>
          </a:xfrm>
          <a:prstGeom prst="rect">
            <a:avLst/>
          </a:prstGeom>
        </p:spPr>
      </p:pic>
      <p:pic>
        <p:nvPicPr>
          <p:cNvPr id="5" name="Picture 4" descr="equation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366" y="3703320"/>
            <a:ext cx="5049811" cy="2514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